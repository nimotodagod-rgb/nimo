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AE88B-DEF3-4FF1-BCC2-1D694A897E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ptos Display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685800" lvl="1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1143000" lvl="2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1600200" lvl="3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4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5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086B179-A5CB-4DD8-9C81-A353DF42139E}" type="datetime">
              <a: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27/06/26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 anchorCtr="1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2FFA6B-1814-4254-BB5C-375E4CC38BC0}" type="slidenum">
              <a: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app.powerbi.com/groups/me/reports/329d8caf-8cd3-4e88-913f-8084705dce2b/?pbi_source=PowerPoint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995480" y="345960"/>
            <a:ext cx="820728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3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ATENÇÃO ÀS CONFIGURAÇÕES: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pic>
        <p:nvPicPr>
          <p:cNvPr id="8" name="Subtítulo 2"/>
          <p:cNvPicPr/>
          <p:nvPr/>
        </p:nvPicPr>
        <p:blipFill>
          <a:blip r:embed="rId1"/>
          <a:stretch/>
        </p:blipFill>
        <p:spPr>
          <a:xfrm>
            <a:off x="1401840" y="1609560"/>
            <a:ext cx="9266040" cy="37116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">
            <a:hlinkClick r:id="rId1"/>
          </p:cNvPr>
          <p:cNvPicPr/>
          <p:nvPr/>
        </p:nvPicPr>
        <p:blipFill>
          <a:blip r:embed="rId2"/>
          <a:srcRect l="0" t="0" r="0" b="86668"/>
          <a:stretch/>
        </p:blipFill>
        <p:spPr>
          <a:xfrm>
            <a:off x="7308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CaixaDeTexto 6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Ações Bem Sucedidas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11" name="CaixaDeTexto 2"/>
          <p:cNvPicPr/>
          <p:nvPr/>
        </p:nvPicPr>
        <p:blipFill>
          <a:blip r:embed="rId3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CaixaDeTexto 4"/>
          <p:cNvPicPr/>
          <p:nvPr/>
        </p:nvPicPr>
        <p:blipFill>
          <a:blip r:embed="rId4"/>
          <a:stretch/>
        </p:blipFill>
        <p:spPr>
          <a:xfrm>
            <a:off x="6735600" y="360360"/>
            <a:ext cx="4078440" cy="38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7" descr="Actvitta.png"/>
          <p:cNvPicPr/>
          <p:nvPr/>
        </p:nvPicPr>
        <p:blipFill>
          <a:blip r:embed="rId5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CaixaDeTexto 1"/>
          <p:cNvSpPr/>
          <p:nvPr/>
        </p:nvSpPr>
        <p:spPr>
          <a:xfrm>
            <a:off x="312840" y="1387440"/>
            <a:ext cx="11312280" cy="34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VENDAS: ativação de vendas, citar um exemplo de negociação/positivação e qual estratégia de vendas foi utilizada. Showrooms, feiras, ampliação de mix.. (tanto uma ação bem 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Times New Roman"/>
              </a:rPr>
              <a:t>sucedida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como qual será a ativação do mês seguinte (ponto de melhoria)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MKT: Um dos 3 pontos do ERC deve ser ação de marketing, que foi feita mês anterior(ação bem sucedida) e que será feita no mês seguinte (ponto de melhoria), treinamentos, ação de giro, evento da marca, ambiência, vitrines. Descrever dinâmica e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CARTEIRA DE CLIENTES: Citar uma ação proposta do </a:t>
            </a:r>
            <a:r>
              <a:rPr lang="pt-BR" sz="20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mapa estratégico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desenvolvido no Conquistando de Dez/25 (pode ser ação bem sucedida ou ponto de melhoria (clientes foco, clientes com decréscimo, citar quem são..)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Times New Roman"/>
              </a:rPr>
              <a:t>    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"/>
          <p:cNvPicPr/>
          <p:nvPr/>
        </p:nvPicPr>
        <p:blipFill>
          <a:blip r:embed="rId1"/>
          <a:srcRect l="0" t="0" r="0" b="86668"/>
          <a:stretch/>
        </p:blipFill>
        <p:spPr>
          <a:xfrm>
            <a:off x="7308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CaixaDeTexto 6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Pontos de Melhoria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17" name="CaixaDeTexto 2"/>
          <p:cNvPicPr/>
          <p:nvPr/>
        </p:nvPicPr>
        <p:blipFill>
          <a:blip r:embed="rId2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CaixaDeTexto 4"/>
          <p:cNvPicPr/>
          <p:nvPr/>
        </p:nvPicPr>
        <p:blipFill>
          <a:blip r:embed="rId3"/>
          <a:stretch/>
        </p:blipFill>
        <p:spPr>
          <a:xfrm>
            <a:off x="6735600" y="360360"/>
            <a:ext cx="4078440" cy="38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7" descr="Actvitta.png"/>
          <p:cNvPicPr/>
          <p:nvPr/>
        </p:nvPicPr>
        <p:blipFill>
          <a:blip r:embed="rId4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CaixaDeTexto 1"/>
          <p:cNvSpPr/>
          <p:nvPr/>
        </p:nvSpPr>
        <p:spPr>
          <a:xfrm>
            <a:off x="449280" y="1504800"/>
            <a:ext cx="11274480" cy="34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VENDAS: Destacar 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na área de vendas, ativações ou negociações, explicando qual será a ação planejada para o mês seguinte, o objetivo esperado e como essa iniciativa contribuirá para potencializar 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MKT: Descrever um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detalhando a ação que será realizada no mês seguinte, a necessidade que ela pretende atender e o impacto esperado nos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CARTEIRA DE CLIENTES: É obrigatório destacar 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apontando clientes foco, clientes com decréscimo ou oportunidades específicas, identificando quem são e descrevendo a estratégia planejada para recuperação, desenvolvimento ou ampliação dos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995480" y="345960"/>
            <a:ext cx="820728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36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CONFIGURAÇÃO DA LEGENDA DA FOTO: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pic>
        <p:nvPicPr>
          <p:cNvPr id="22" name="Subtítulo 2"/>
          <p:cNvPicPr/>
          <p:nvPr/>
        </p:nvPicPr>
        <p:blipFill>
          <a:blip r:embed="rId1"/>
          <a:stretch/>
        </p:blipFill>
        <p:spPr>
          <a:xfrm>
            <a:off x="1401840" y="1609560"/>
            <a:ext cx="9266040" cy="39690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"/>
          <p:cNvPicPr/>
          <p:nvPr/>
        </p:nvPicPr>
        <p:blipFill>
          <a:blip r:embed="rId1"/>
          <a:stretch/>
        </p:blipFill>
        <p:spPr>
          <a:xfrm>
            <a:off x="-28440" y="0"/>
            <a:ext cx="120204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9520" y="456840"/>
            <a:ext cx="3932280" cy="160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Imagens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pic>
        <p:nvPicPr>
          <p:cNvPr id="25" name="Picture" descr="Tabela, Calendário&#10;&#10;O conteúdo gerado por IA pode estar incorreto."/>
          <p:cNvPicPr/>
          <p:nvPr/>
        </p:nvPicPr>
        <p:blipFill>
          <a:blip r:embed="rId2"/>
          <a:srcRect l="0" t="0" r="0" b="86668"/>
          <a:stretch/>
        </p:blipFill>
        <p:spPr>
          <a:xfrm>
            <a:off x="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7" descr="Actvitta.png"/>
          <p:cNvPicPr/>
          <p:nvPr/>
        </p:nvPicPr>
        <p:blipFill>
          <a:blip r:embed="rId3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CaixaDeTexto 14"/>
          <p:cNvPicPr/>
          <p:nvPr/>
        </p:nvPicPr>
        <p:blipFill>
          <a:blip r:embed="rId4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CaixaDeTexto 16"/>
          <p:cNvPicPr/>
          <p:nvPr/>
        </p:nvPicPr>
        <p:blipFill>
          <a:blip r:embed="rId5"/>
          <a:stretch/>
        </p:blipFill>
        <p:spPr>
          <a:xfrm>
            <a:off x="6735600" y="360360"/>
            <a:ext cx="407844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CaixaDeTexto 18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Imagens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0" name="Retângulo 10"/>
          <p:cNvSpPr/>
          <p:nvPr/>
        </p:nvSpPr>
        <p:spPr>
          <a:xfrm>
            <a:off x="353880" y="1717560"/>
            <a:ext cx="361152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1" name="Retângulo 15"/>
          <p:cNvSpPr/>
          <p:nvPr/>
        </p:nvSpPr>
        <p:spPr>
          <a:xfrm>
            <a:off x="4273560" y="1717560"/>
            <a:ext cx="361008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2" name="Retângulo 19"/>
          <p:cNvSpPr/>
          <p:nvPr/>
        </p:nvSpPr>
        <p:spPr>
          <a:xfrm>
            <a:off x="8134200" y="1717560"/>
            <a:ext cx="361008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3" name="CaixaDeTexto 21"/>
          <p:cNvSpPr/>
          <p:nvPr/>
        </p:nvSpPr>
        <p:spPr>
          <a:xfrm>
            <a:off x="369720" y="5132520"/>
            <a:ext cx="35956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4" name="CaixaDeTexto 22"/>
          <p:cNvSpPr/>
          <p:nvPr/>
        </p:nvSpPr>
        <p:spPr>
          <a:xfrm>
            <a:off x="4275000" y="5132520"/>
            <a:ext cx="35942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5" name="CaixaDeTexto 23"/>
          <p:cNvSpPr/>
          <p:nvPr/>
        </p:nvSpPr>
        <p:spPr>
          <a:xfrm>
            <a:off x="8150400" y="5132520"/>
            <a:ext cx="3593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2026-06-23T10:31:21Z</dcterms:created>
  <dc:creator>Heloise Almeida Costa</dc:creator>
  <dc:description/>
  <dc:language>en-US</dc:language>
  <cp:lastModifiedBy>Heloise Almeida Costa</cp:lastModifiedBy>
  <dcterms:modified xsi:type="dcterms:W3CDTF">2026-06-24T13:21:44Z</dcterms:modified>
  <cp:revision>1</cp:revision>
  <dc:subject/>
  <dc:title/>
</cp:coreProperties>
</file>